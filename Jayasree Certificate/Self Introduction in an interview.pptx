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BAE5E-A148-4E0B-AB40-6A477FBB8857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0F397CC-C803-4C7F-9BF0-4CF8FC14508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52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BAE5E-A148-4E0B-AB40-6A477FBB8857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397CC-C803-4C7F-9BF0-4CF8FC14508A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886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BAE5E-A148-4E0B-AB40-6A477FBB8857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397CC-C803-4C7F-9BF0-4CF8FC14508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09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BAE5E-A148-4E0B-AB40-6A477FBB8857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397CC-C803-4C7F-9BF0-4CF8FC14508A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7132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BAE5E-A148-4E0B-AB40-6A477FBB8857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397CC-C803-4C7F-9BF0-4CF8FC14508A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78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BAE5E-A148-4E0B-AB40-6A477FBB8857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397CC-C803-4C7F-9BF0-4CF8FC14508A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114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BAE5E-A148-4E0B-AB40-6A477FBB8857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397CC-C803-4C7F-9BF0-4CF8FC145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539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BAE5E-A148-4E0B-AB40-6A477FBB8857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397CC-C803-4C7F-9BF0-4CF8FC14508A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540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B8BAE5E-A148-4E0B-AB40-6A477FBB8857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397CC-C803-4C7F-9BF0-4CF8FC14508A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548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BAE5E-A148-4E0B-AB40-6A477FBB8857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397CC-C803-4C7F-9BF0-4CF8FC14508A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979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BAE5E-A148-4E0B-AB40-6A477FBB8857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397CC-C803-4C7F-9BF0-4CF8FC14508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700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BAE5E-A148-4E0B-AB40-6A477FBB8857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0F397CC-C803-4C7F-9BF0-4CF8FC14508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70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staging.mvjce.edu.in/blog/self-introduction-for-interview-freshers-tips-examples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drstani2024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B63C-4A18-84CB-A0D6-B890F4B36B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CEA90E-984F-3798-677E-45A8802ADC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ampus Interview Self Introduction ...">
            <a:extLst>
              <a:ext uri="{FF2B5EF4-FFF2-40B4-BE49-F238E27FC236}">
                <a16:creationId xmlns:a16="http://schemas.microsoft.com/office/drawing/2014/main" id="{68363A35-E64A-3DA2-E041-541710F1A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04" y="75414"/>
            <a:ext cx="10882793" cy="6782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lf Introduction in English : Examples ...">
            <a:extLst>
              <a:ext uri="{FF2B5EF4-FFF2-40B4-BE49-F238E27FC236}">
                <a16:creationId xmlns:a16="http://schemas.microsoft.com/office/drawing/2014/main" id="{F13FF6A2-D087-1935-FCB7-B572EE93C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04" y="52388"/>
            <a:ext cx="2228850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002EF9-B3FC-07AB-689D-A83955AE6464}"/>
              </a:ext>
            </a:extLst>
          </p:cNvPr>
          <p:cNvSpPr/>
          <p:nvPr/>
        </p:nvSpPr>
        <p:spPr>
          <a:xfrm>
            <a:off x="1268360" y="5083277"/>
            <a:ext cx="4827639" cy="8750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SOFT SKILLS </a:t>
            </a:r>
          </a:p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Placement Training Department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165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E61DA-F3F2-1542-D5CA-59AE09CB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1CB88-6966-F9AA-8974-A0F06D250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best self-introduction for engineering placements (60–90 seconds) should be structured, focusing on your </a:t>
            </a:r>
            <a:r>
              <a:rPr lang="en-US" b="1" dirty="0">
                <a:effectLst/>
              </a:rPr>
              <a:t>Name/Branch</a:t>
            </a:r>
            <a:r>
              <a:rPr lang="en-US" dirty="0"/>
              <a:t>, </a:t>
            </a:r>
            <a:r>
              <a:rPr lang="en-US" b="1" dirty="0">
                <a:effectLst/>
              </a:rPr>
              <a:t>Technical Skills/Projects</a:t>
            </a:r>
            <a:r>
              <a:rPr lang="en-US" dirty="0"/>
              <a:t>, </a:t>
            </a:r>
            <a:r>
              <a:rPr lang="en-US" b="1" dirty="0">
                <a:effectLst/>
              </a:rPr>
              <a:t>Internships</a:t>
            </a:r>
            <a:r>
              <a:rPr lang="en-US" dirty="0"/>
              <a:t>, and </a:t>
            </a:r>
            <a:r>
              <a:rPr lang="en-US" b="1" dirty="0">
                <a:effectLst/>
              </a:rPr>
              <a:t>Why You Fit</a:t>
            </a:r>
            <a:r>
              <a:rPr lang="en-US" dirty="0"/>
              <a:t>. </a:t>
            </a:r>
          </a:p>
          <a:p>
            <a:r>
              <a:rPr lang="en-US" dirty="0"/>
              <a:t>Start confidently, highlight key achievements, and conclude by linking your goals to the company's growth, avoiding a simple resume recitation.</a:t>
            </a:r>
          </a:p>
        </p:txBody>
      </p:sp>
    </p:spTree>
    <p:extLst>
      <p:ext uri="{BB962C8B-B14F-4D97-AF65-F5344CB8AC3E}">
        <p14:creationId xmlns:p14="http://schemas.microsoft.com/office/powerpoint/2010/main" val="130333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FB677-FC25-F0BA-75AE-14B91B576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E24E3-F440-F9EF-75F1-E6D412E6E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Recommended Structure (The "SEAT" Approach)</a:t>
            </a:r>
          </a:p>
          <a:p>
            <a:r>
              <a:rPr lang="en-US" b="1" dirty="0"/>
              <a:t>S</a:t>
            </a:r>
            <a:r>
              <a:rPr lang="en-US" dirty="0"/>
              <a:t>kills: Highlight technical skills (e.g., Python, Java, AutoCAD).</a:t>
            </a:r>
          </a:p>
          <a:p>
            <a:r>
              <a:rPr lang="en-US" b="1" dirty="0"/>
              <a:t>E</a:t>
            </a:r>
            <a:r>
              <a:rPr lang="en-US" dirty="0"/>
              <a:t>ducation/Experience: Mention CGPA, relevant projects, and internships.</a:t>
            </a:r>
          </a:p>
          <a:p>
            <a:r>
              <a:rPr lang="en-US" b="1" dirty="0"/>
              <a:t>A</a:t>
            </a:r>
            <a:r>
              <a:rPr lang="en-US" dirty="0"/>
              <a:t>chievements: Mention hackathons, certifications, or leadership roles.</a:t>
            </a:r>
          </a:p>
          <a:p>
            <a:r>
              <a:rPr lang="en-US" b="1" dirty="0"/>
              <a:t>T</a:t>
            </a:r>
            <a:r>
              <a:rPr lang="en-US" dirty="0"/>
              <a:t>ype of Person: Highlight soft skills (e.g., team player, quick learner).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206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62FD7-29B1-B618-7C78-4E4474EDD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Sample Self-Introduction (Software/IT Profile)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8BE96-597D-4501-0315-DA0C10A4D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"Good morning, Sir/Madam. My name is [Your Name], and I am a final-year </a:t>
            </a:r>
            <a:r>
              <a:rPr lang="en-US" dirty="0" err="1"/>
              <a:t>B.Tech</a:t>
            </a:r>
            <a:r>
              <a:rPr lang="en-US" dirty="0"/>
              <a:t> student in Computer Science at [College Name]. </a:t>
            </a:r>
          </a:p>
          <a:p>
            <a:r>
              <a:rPr lang="en-US" dirty="0"/>
              <a:t>I have a strong foundation in Data Structures and Algorithms (DSA) and proficiency in C++ and Python. </a:t>
            </a:r>
          </a:p>
          <a:p>
            <a:r>
              <a:rPr lang="en-US" dirty="0"/>
              <a:t>My passion lies in web development, and for my final-year project, I developed a Machine Learning model that improved prediction accuracy by 15%. </a:t>
            </a:r>
          </a:p>
        </p:txBody>
      </p:sp>
    </p:spTree>
    <p:extLst>
      <p:ext uri="{BB962C8B-B14F-4D97-AF65-F5344CB8AC3E}">
        <p14:creationId xmlns:p14="http://schemas.microsoft.com/office/powerpoint/2010/main" val="20068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627E4-B9F3-C8C7-5FB8-5D8AEB6F8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Sample Self-Introduction (Software/IT Profile)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2ED1A-8BBC-31C3-B075-9CEEEF2DE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completed an internship at [Company Name], where I worked on API integration, which significantly enhanced my ability to handle complex bugs. </a:t>
            </a:r>
          </a:p>
          <a:p>
            <a:r>
              <a:rPr lang="en-US" dirty="0"/>
              <a:t>Beyond academics, I’m a quick learner and enjoy collaborating on team projects. </a:t>
            </a:r>
          </a:p>
          <a:p>
            <a:r>
              <a:rPr lang="en-US" dirty="0"/>
              <a:t>I've also earned a Java certification from NPTEL. </a:t>
            </a:r>
          </a:p>
          <a:p>
            <a:r>
              <a:rPr lang="en-US" dirty="0"/>
              <a:t>I am highly interested in joining [Company Name] because of your innovative work in AI. I am confident my technical skills will allow me to contribute immediately and grow within your organization." </a:t>
            </a:r>
          </a:p>
        </p:txBody>
      </p:sp>
    </p:spTree>
    <p:extLst>
      <p:ext uri="{BB962C8B-B14F-4D97-AF65-F5344CB8AC3E}">
        <p14:creationId xmlns:p14="http://schemas.microsoft.com/office/powerpoint/2010/main" val="19320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8C8A-EADD-069B-C730-DE9F43BA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Essential Tips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92A25-988F-DA20-2642-EE972810D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Avoid:</a:t>
            </a:r>
            <a:r>
              <a:rPr lang="en-US" dirty="0"/>
              <a:t> Reading your resume word-for-word, memorizing too robotic, or mentioning unrelated personal details.</a:t>
            </a:r>
          </a:p>
          <a:p>
            <a:r>
              <a:rPr lang="en-US" b="1" dirty="0"/>
              <a:t>Focus:</a:t>
            </a:r>
            <a:r>
              <a:rPr lang="en-US" dirty="0"/>
              <a:t> Tailor your introduction to the job description.</a:t>
            </a:r>
          </a:p>
          <a:p>
            <a:r>
              <a:rPr lang="en-US" b="1" dirty="0"/>
              <a:t>Body Language:</a:t>
            </a:r>
            <a:r>
              <a:rPr lang="en-US" dirty="0"/>
              <a:t> Maintain eye contact, sit straight, and smile.</a:t>
            </a:r>
          </a:p>
          <a:p>
            <a:r>
              <a:rPr lang="en-US" b="1" dirty="0"/>
              <a:t>Closing:</a:t>
            </a:r>
            <a:r>
              <a:rPr lang="en-US" dirty="0"/>
              <a:t> Reiterate your enthusiasm for the role.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825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CD88C-7F8E-8843-26C7-1457FE1B9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Tips for a memorable 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CC690-0F74-FF29-5B61-EB03850D6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the introduction concise and to the point.</a:t>
            </a:r>
          </a:p>
          <a:p>
            <a:r>
              <a:rPr lang="en-US" dirty="0"/>
              <a:t>Maintain a formal and professional tone.</a:t>
            </a:r>
          </a:p>
          <a:p>
            <a:r>
              <a:rPr lang="en-US" dirty="0"/>
              <a:t>Greet the interviewers.</a:t>
            </a:r>
          </a:p>
          <a:p>
            <a:r>
              <a:rPr lang="en-US" dirty="0"/>
              <a:t>Express gratitude for the opportunity.</a:t>
            </a:r>
          </a:p>
          <a:p>
            <a:r>
              <a:rPr lang="en-US" dirty="0"/>
              <a:t>Mention your name and give a brief educational background.</a:t>
            </a:r>
          </a:p>
          <a:p>
            <a:r>
              <a:rPr lang="en-US" dirty="0"/>
              <a:t>Be natural and yourself.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C187A-551E-5A48-E1F9-C438F4C7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self-introduction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FB295-F31C-6F26-9AE8-732269F1D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an interview, self-introduction has a significant impact on the rest of the conversation. </a:t>
            </a:r>
          </a:p>
          <a:p>
            <a:r>
              <a:rPr lang="en-US" dirty="0"/>
              <a:t>It offers an interview with a snapshot of yourself, qualifications, experience, or background in a well-crafted explanation. </a:t>
            </a:r>
          </a:p>
          <a:p>
            <a:r>
              <a:rPr lang="en-US" dirty="0"/>
              <a:t>It helps in setting a positive stage and maintaining an engaging interaction. </a:t>
            </a:r>
          </a:p>
          <a:p>
            <a:r>
              <a:rPr lang="en-US" dirty="0"/>
              <a:t>A well-crafted self-introduction serves as an opportunity to make a strong first impression by highlighting your strengths and skills. </a:t>
            </a:r>
          </a:p>
          <a:p>
            <a:r>
              <a:rPr lang="en-US" dirty="0"/>
              <a:t>An effective self-introduction demonstrates your fit for the role in an organization or a company. </a:t>
            </a:r>
          </a:p>
        </p:txBody>
      </p:sp>
    </p:spTree>
    <p:extLst>
      <p:ext uri="{BB962C8B-B14F-4D97-AF65-F5344CB8AC3E}">
        <p14:creationId xmlns:p14="http://schemas.microsoft.com/office/powerpoint/2010/main" val="3303254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61E33-BE44-C03A-25AF-F90FB52F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Importance of a Good Self-Introduction in an Interview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9F397-6297-0363-A47E-012E3A7FF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good self-introduction is crucial in highlighting three points such as;</a:t>
            </a:r>
          </a:p>
          <a:p>
            <a:pPr fontAlgn="base"/>
            <a:r>
              <a:rPr lang="en-US" dirty="0"/>
              <a:t>Establishes a professional tone with a clear and confident introduction which conveys professionalism with a positive tone. </a:t>
            </a:r>
          </a:p>
          <a:p>
            <a:pPr fontAlgn="base"/>
            <a:r>
              <a:rPr lang="en-US" dirty="0"/>
              <a:t>It provides key information by summarizing the qualifications, work experience, and relevant skills. </a:t>
            </a:r>
          </a:p>
          <a:p>
            <a:pPr fontAlgn="base"/>
            <a:r>
              <a:rPr lang="en-US" dirty="0"/>
              <a:t>It boosts confidence and maintains composure using the nerves in an interview.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142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6D75E-53BA-2EC5-5792-4A27F25B5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a Strong Self-Introduction Sets the Tone for the Interview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983FD-E36C-56D2-8DA5-F2D4D07D7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It captures the attention, sparking curiosity and encouraging the interviewees to learn more about you.</a:t>
            </a:r>
          </a:p>
          <a:p>
            <a:pPr fontAlgn="base"/>
            <a:r>
              <a:rPr lang="en-US" dirty="0"/>
              <a:t>Creates a positive first impression and leaves a lasting impact on the overall influenced mood of the interview. </a:t>
            </a:r>
          </a:p>
          <a:p>
            <a:pPr fontAlgn="base"/>
            <a:r>
              <a:rPr lang="en-US" dirty="0"/>
              <a:t>It demonstrates preparedness, showing that you are ready to communicate your strengths and learn from your weaknesses.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040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64231-5AD2-EF69-9859-673F356E7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Tips for Crafting an Effective Self-Introduction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F826C-4591-65E6-8FDB-FD1E620A9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Crafting an effective self-introduction establishes a professional identity that guides the interviewer through your background, skills, experience, and career aspirations. </a:t>
            </a:r>
          </a:p>
          <a:p>
            <a:pPr marL="0" indent="0">
              <a:buNone/>
            </a:pPr>
            <a:r>
              <a:rPr lang="en-US" dirty="0"/>
              <a:t>Well, the following are the key tips to help you craft a self-introduction that sets you up for a successful interview leaving a lasting impact on the interviewer.</a:t>
            </a:r>
          </a:p>
        </p:txBody>
      </p:sp>
    </p:spTree>
    <p:extLst>
      <p:ext uri="{BB962C8B-B14F-4D97-AF65-F5344CB8AC3E}">
        <p14:creationId xmlns:p14="http://schemas.microsoft.com/office/powerpoint/2010/main" val="3755062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91F79-8413-B0D8-F574-EF719B0A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Start with a Brief Personal Introduction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FB8CC-82FF-A9DC-194D-8D57F810B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Firstly, use your full name and your educational background. </a:t>
            </a:r>
          </a:p>
          <a:p>
            <a:pPr fontAlgn="base"/>
            <a:r>
              <a:rPr lang="en-US" dirty="0"/>
              <a:t>Mention briefly about your current situation, such as – current role, studies, or recent professional transition. </a:t>
            </a:r>
          </a:p>
          <a:p>
            <a:pPr fontAlgn="base"/>
            <a:r>
              <a:rPr lang="en-US" dirty="0"/>
              <a:t>Focus on the main details that pertain to the position that you’re applying for. </a:t>
            </a:r>
          </a:p>
          <a:p>
            <a:pPr fontAlgn="base"/>
            <a:r>
              <a:rPr lang="en-US" dirty="0"/>
              <a:t>Explain the key skills or experience that you’ve gained in the recent field or Internship. </a:t>
            </a:r>
          </a:p>
          <a:p>
            <a:pPr fontAlgn="base"/>
            <a:r>
              <a:rPr lang="en-US" dirty="0"/>
              <a:t>Provide each detail in a professional context aligning with the job role or organization.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91093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EA637-D43B-6B15-3A29-C32A2F88D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Highlight Your Educational Qualification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5192B-4C69-2372-86F7-0D52F7560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dirty="0"/>
              <a:t>Explain your academic achievements, certificates, or relevant courses that demonstrate your expertise and readiness. </a:t>
            </a:r>
          </a:p>
          <a:p>
            <a:pPr fontAlgn="base"/>
            <a:r>
              <a:rPr lang="en-US" dirty="0"/>
              <a:t>Focus on the qualifications that are more pertinent to the role that you are applying for. </a:t>
            </a:r>
          </a:p>
          <a:p>
            <a:pPr fontAlgn="base"/>
            <a:r>
              <a:rPr lang="en-US" dirty="0"/>
              <a:t>Showcase your competence in areas with proofs of honors and specialized courses or internship projects. </a:t>
            </a:r>
          </a:p>
          <a:p>
            <a:pPr fontAlgn="base"/>
            <a:r>
              <a:rPr lang="en-US" dirty="0"/>
              <a:t>Mention relevant coursework that aligns with the organization’s goals. </a:t>
            </a:r>
          </a:p>
          <a:p>
            <a:pPr fontAlgn="base"/>
            <a:r>
              <a:rPr lang="en-US" dirty="0"/>
              <a:t>Convey that you are aware of the foundation knowledge and success in the job and you continuously learn and update to grow in this particular field.</a:t>
            </a:r>
          </a:p>
        </p:txBody>
      </p:sp>
    </p:spTree>
    <p:extLst>
      <p:ext uri="{BB962C8B-B14F-4D97-AF65-F5344CB8AC3E}">
        <p14:creationId xmlns:p14="http://schemas.microsoft.com/office/powerpoint/2010/main" val="1749070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5C52B-BBB1-2AAD-4F42-887FF8770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3. Emphasize Relevant Skills and Strengths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2A079-DD62-5671-E905-07CE64B0E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dirty="0"/>
              <a:t>Highlight the skills that are most relevant and applicable to the role you have been interviewed for. </a:t>
            </a:r>
          </a:p>
          <a:p>
            <a:pPr fontAlgn="base"/>
            <a:r>
              <a:rPr lang="en-US" dirty="0"/>
              <a:t>Mention that your both technical and soft skills match the job description. </a:t>
            </a:r>
          </a:p>
          <a:p>
            <a:pPr fontAlgn="base"/>
            <a:r>
              <a:rPr lang="en-US" dirty="0"/>
              <a:t>Explain that you have developed strong collaboration skills and emphasize team spirit as a top priority while working with cross-functional teams. </a:t>
            </a:r>
          </a:p>
          <a:p>
            <a:pPr fontAlgn="base"/>
            <a:r>
              <a:rPr lang="en-US" dirty="0"/>
              <a:t>Highlight the proficiency with tools techniques or methodologies if your job role is more technical. </a:t>
            </a:r>
          </a:p>
          <a:p>
            <a:pPr fontAlgn="base"/>
            <a:r>
              <a:rPr lang="en-US" dirty="0"/>
              <a:t>Demonstrate that you possess and practice the right skills and strengths to contribute effectively from day one.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263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5C30F-50AF-E677-CDD9-0B014FD4E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Keep it Concise and Focused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11E8-C9AC-BB4D-EFB0-9E61314BD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en-US" dirty="0"/>
              <a:t>Be mindful that while providing all the information in the self-introduction or interview, brevity is the key. </a:t>
            </a:r>
          </a:p>
          <a:p>
            <a:pPr fontAlgn="base"/>
            <a:r>
              <a:rPr lang="en-US" dirty="0"/>
              <a:t>Do not overwhelm the interviewer with rambling or providing excessive information that doesn’t align with the job description. </a:t>
            </a:r>
          </a:p>
          <a:p>
            <a:pPr fontAlgn="base"/>
            <a:r>
              <a:rPr lang="en-US" dirty="0"/>
              <a:t>Be concise and focused with the self-introduction, lasting around 1-2 minutes. </a:t>
            </a:r>
          </a:p>
          <a:p>
            <a:pPr fontAlgn="base"/>
            <a:r>
              <a:rPr lang="en-US" dirty="0"/>
              <a:t>Keep the fluency with the flow to capture the interviewer’s attention without losing their focus or attention. </a:t>
            </a:r>
          </a:p>
          <a:p>
            <a:pPr fontAlgn="base"/>
            <a:r>
              <a:rPr lang="en-US" dirty="0"/>
              <a:t>Do not bring up any unrelated experiences which might be overloading your introduction with personal details. </a:t>
            </a:r>
          </a:p>
          <a:p>
            <a:pPr fontAlgn="base"/>
            <a:r>
              <a:rPr lang="en-US" dirty="0"/>
              <a:t>Avoid too much technical jargon and stick to what’s most relevant to the job at hand. </a:t>
            </a:r>
          </a:p>
          <a:p>
            <a:pPr fontAlgn="base"/>
            <a:r>
              <a:rPr lang="en-US" dirty="0"/>
              <a:t>Elaborate on those points only if the interviewer wants more details.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65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6D55E-DF94-657A-6FBA-422565418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 End with a Positive Note About Your Career Aspirations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4C4A0-FB2C-E770-3DD6-0BE47FEE3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dirty="0"/>
              <a:t>Make a forward-looking statement while concluding your introduction and with a small explanation that ties your career goals with the company’s values. </a:t>
            </a:r>
          </a:p>
          <a:p>
            <a:pPr fontAlgn="base"/>
            <a:r>
              <a:rPr lang="en-US" dirty="0"/>
              <a:t>Demonstrate that you are more aligned with the organization’s mission and long-term objectives along with individual growth. </a:t>
            </a:r>
          </a:p>
          <a:p>
            <a:pPr fontAlgn="base"/>
            <a:r>
              <a:rPr lang="en-US" dirty="0"/>
              <a:t>Say that you are excited to join the team to work for the company’s common good. </a:t>
            </a:r>
          </a:p>
          <a:p>
            <a:pPr fontAlgn="base"/>
            <a:r>
              <a:rPr lang="en-US" dirty="0"/>
              <a:t>Explain in simple words that your contribution to the growth shall enhance your expertise in the relevant field. </a:t>
            </a:r>
          </a:p>
          <a:p>
            <a:pPr fontAlgn="base"/>
            <a:r>
              <a:rPr lang="en-US" dirty="0"/>
              <a:t>End with a subtle yet enthusiastic statement explaining that you are goal-oriented and committed to growth.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747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03623-5DCD-992A-6499-1FF960E6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Mistakes to Avoid in a Self-Introduction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76128-B108-B532-9C20-3E12B8109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he following are the common pitfalls that can undermine your efforts in self-introduction. So avoid these common mistakes to ensure you make a positive and lasting first impression on the interview.</a:t>
            </a:r>
          </a:p>
          <a:p>
            <a:pPr marL="0" indent="0">
              <a:buNone/>
            </a:pPr>
            <a:r>
              <a:rPr lang="en-US" dirty="0"/>
              <a:t>1. Overloading with Personal Details – Sharing irrelevant personal information can   </a:t>
            </a:r>
          </a:p>
          <a:p>
            <a:pPr marL="0" indent="0">
              <a:buNone/>
            </a:pPr>
            <a:r>
              <a:rPr lang="en-US" dirty="0"/>
              <a:t>      distract you from expressing your qualifications and turn unprofessional. So </a:t>
            </a:r>
          </a:p>
          <a:p>
            <a:pPr marL="0" indent="0">
              <a:buNone/>
            </a:pPr>
            <a:r>
              <a:rPr lang="en-US" dirty="0"/>
              <a:t>       stick to the information that aligns well with the role.</a:t>
            </a:r>
          </a:p>
          <a:p>
            <a:pPr marL="0" indent="0">
              <a:buNone/>
            </a:pPr>
            <a:r>
              <a:rPr lang="en-US" dirty="0"/>
              <a:t>2. Too Lengthy or Vague – Rambling too much without a clear structure can confuse </a:t>
            </a:r>
          </a:p>
          <a:p>
            <a:pPr marL="0" indent="0">
              <a:buNone/>
            </a:pPr>
            <a:r>
              <a:rPr lang="en-US" dirty="0"/>
              <a:t>     the interviewer, so prepare a clear and concise introduction, focusing on key </a:t>
            </a:r>
          </a:p>
          <a:p>
            <a:pPr marL="0" indent="0">
              <a:buNone/>
            </a:pPr>
            <a:r>
              <a:rPr lang="en-US" dirty="0"/>
              <a:t>      points and clear aspirations.</a:t>
            </a:r>
          </a:p>
          <a:p>
            <a:pPr marL="0" indent="0">
              <a:buNone/>
            </a:pPr>
            <a:r>
              <a:rPr lang="en-US" dirty="0"/>
              <a:t>3. Informal Language – Avoid casual language traits like unprofessional expressions or </a:t>
            </a:r>
          </a:p>
          <a:p>
            <a:pPr marL="0" indent="0">
              <a:buNone/>
            </a:pPr>
            <a:r>
              <a:rPr lang="en-US" dirty="0"/>
              <a:t>    slang. Maintain a respectful tone throughout keeping the interview formal.</a:t>
            </a:r>
          </a:p>
          <a:p>
            <a:pPr marL="0" indent="0">
              <a:buNone/>
            </a:pPr>
            <a:r>
              <a:rPr lang="en-US" dirty="0"/>
              <a:t>4. Lack of Enthusiasm – Disinterested or monotonous delivery seem unmotivated, speak </a:t>
            </a:r>
          </a:p>
          <a:p>
            <a:pPr marL="0" indent="0">
              <a:buNone/>
            </a:pPr>
            <a:r>
              <a:rPr lang="en-US" dirty="0"/>
              <a:t>     confidently with a positive attitude.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872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87846-B6BE-2DB2-825C-3C042D9CC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Mistakes to Avoid in a Self-Introduction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51282-474D-9C37-1B83-C9B86FEC4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5. Failing in Research of the Role of the Company – Lack of research of </a:t>
            </a:r>
          </a:p>
          <a:p>
            <a:pPr marL="0" indent="0">
              <a:buNone/>
            </a:pPr>
            <a:r>
              <a:rPr lang="en-US" dirty="0"/>
              <a:t>     the company or the role mentions irrelevant skills or goals. So, tailor </a:t>
            </a:r>
          </a:p>
          <a:p>
            <a:pPr marL="0" indent="0">
              <a:buNone/>
            </a:pPr>
            <a:r>
              <a:rPr lang="en-US" dirty="0"/>
              <a:t>     your introduction which match the company values and job </a:t>
            </a:r>
          </a:p>
          <a:p>
            <a:pPr marL="0" indent="0">
              <a:buNone/>
            </a:pPr>
            <a:r>
              <a:rPr lang="en-US" dirty="0"/>
              <a:t>     description.</a:t>
            </a:r>
          </a:p>
          <a:p>
            <a:pPr marL="0" indent="0">
              <a:buNone/>
            </a:pPr>
            <a:r>
              <a:rPr lang="en-US" dirty="0"/>
              <a:t>6. Overusing Jargon – Excessive usage of technical jargon or cliches </a:t>
            </a:r>
          </a:p>
          <a:p>
            <a:pPr marL="0" indent="0">
              <a:buNone/>
            </a:pPr>
            <a:r>
              <a:rPr lang="en-US" dirty="0"/>
              <a:t>     seems insensitive and confusing. Highlight your qualifications </a:t>
            </a:r>
          </a:p>
          <a:p>
            <a:pPr marL="0" indent="0">
              <a:buNone/>
            </a:pPr>
            <a:r>
              <a:rPr lang="en-US" dirty="0"/>
              <a:t>     effectively using simple and clear language.</a:t>
            </a:r>
          </a:p>
          <a:p>
            <a:pPr marL="0" indent="0">
              <a:buNone/>
            </a:pPr>
            <a:r>
              <a:rPr lang="en-US" dirty="0"/>
              <a:t>7. No Practice – A poorly rehearsed introduction leads to forgetting points, </a:t>
            </a:r>
          </a:p>
          <a:p>
            <a:pPr marL="0" indent="0">
              <a:buNone/>
            </a:pPr>
            <a:r>
              <a:rPr lang="en-US" dirty="0"/>
              <a:t>     hesitations, and confusion. So, to ensure a smooth and confident delivery, </a:t>
            </a:r>
          </a:p>
          <a:p>
            <a:pPr marL="0" indent="0">
              <a:buNone/>
            </a:pPr>
            <a:r>
              <a:rPr lang="en-US" dirty="0"/>
              <a:t>      practice beforehand.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006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6A2D0-C6C1-6EA9-2B84-37B21298A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919A3-A92C-1E17-0ADE-257A219B3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Therefore, crafting an effective self-introduction helps you ace any interview. </a:t>
            </a:r>
          </a:p>
          <a:p>
            <a:r>
              <a:rPr lang="en-US" dirty="0"/>
              <a:t>It provides an opportunity to present your qualifications, skills, and aspirations in a presentable and professional format to have a productive and positive interaction with the interviewer. </a:t>
            </a:r>
          </a:p>
          <a:p>
            <a:r>
              <a:rPr lang="en-US" dirty="0"/>
              <a:t>So start with a brief personal introduction, and highlight your relevant qualifications with a positive, concise, and focused note. </a:t>
            </a:r>
          </a:p>
          <a:p>
            <a:r>
              <a:rPr lang="en-US" dirty="0"/>
              <a:t>Avoiding common mistakes, practicing in advance, and researching the role and company help in making your interview successful and increase your chance of leaving a lasting impression.</a:t>
            </a:r>
          </a:p>
        </p:txBody>
      </p:sp>
    </p:spTree>
    <p:extLst>
      <p:ext uri="{BB962C8B-B14F-4D97-AF65-F5344CB8AC3E}">
        <p14:creationId xmlns:p14="http://schemas.microsoft.com/office/powerpoint/2010/main" val="4143306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5AD1-4551-7C4C-3D30-FC8DF0231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92A18-FB4D-B46E-F317-788416392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https://staging.mvjce.edu.in/blog/self-introduction-for-interview-freshers-tips-examples/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Write your own self introduction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Practice </a:t>
            </a:r>
            <a:r>
              <a:rPr lang="en-US"/>
              <a:t>and record it!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130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BF7A2-6F7B-D8B1-8964-A8B47AF838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Self-Introduction 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37858-A4B3-0F75-7E9F-823F3BC9F2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262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A2BE5-1DEF-C36B-06BC-858817A75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3E165-BB30-C8BF-BAAD-6FD575580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Your full name, department(B.E./</a:t>
            </a:r>
            <a:r>
              <a:rPr lang="en-US" dirty="0" err="1"/>
              <a:t>B.Tech</a:t>
            </a:r>
            <a:r>
              <a:rPr lang="en-US" dirty="0"/>
              <a:t>) (Computer Science Engineering/AIDS/AIML/Cyber Security/… at Saveetha Engineering College.</a:t>
            </a:r>
          </a:p>
          <a:p>
            <a:pPr marL="0" indent="0">
              <a:buNone/>
            </a:pPr>
            <a:r>
              <a:rPr lang="en-US" dirty="0"/>
              <a:t>In which area, do you have a strong foundation?</a:t>
            </a:r>
          </a:p>
          <a:p>
            <a:pPr marL="0" indent="0">
              <a:buNone/>
            </a:pPr>
            <a:r>
              <a:rPr lang="en-US" dirty="0"/>
              <a:t>Mention the area you are proficient in?</a:t>
            </a:r>
          </a:p>
          <a:p>
            <a:pPr marL="0" indent="0">
              <a:buNone/>
            </a:pPr>
            <a:r>
              <a:rPr lang="en-US" dirty="0"/>
              <a:t>In which area your passion lie?</a:t>
            </a:r>
          </a:p>
          <a:p>
            <a:pPr marL="0" indent="0">
              <a:buNone/>
            </a:pPr>
            <a:r>
              <a:rPr lang="en-US" dirty="0"/>
              <a:t>Have you developed any app?</a:t>
            </a:r>
          </a:p>
          <a:p>
            <a:pPr marL="0" indent="0">
              <a:buNone/>
            </a:pPr>
            <a:r>
              <a:rPr lang="en-US" dirty="0"/>
              <a:t>Have you done any internship? Name the company and the role you played there and what did you learn from this internship?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272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406FD-979F-0208-6B73-F11DAA806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B32CC-8B7C-270B-FC2D-3280510B4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Beyond academics what are you good at (mention the soft skills)</a:t>
            </a:r>
          </a:p>
          <a:p>
            <a:r>
              <a:rPr lang="en-US" dirty="0"/>
              <a:t>Have you earned any certification? Mention (NPTEL etc.)</a:t>
            </a:r>
          </a:p>
          <a:p>
            <a:r>
              <a:rPr lang="en-US" dirty="0"/>
              <a:t>Any achievements?</a:t>
            </a:r>
          </a:p>
          <a:p>
            <a:r>
              <a:rPr lang="en-US" dirty="0"/>
              <a:t>In which way do you fit into this job?</a:t>
            </a:r>
          </a:p>
          <a:p>
            <a:r>
              <a:rPr lang="en-US" dirty="0"/>
              <a:t>What will you do if you are offered this job?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496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0BAB-AF81-DB00-57F6-2CF2C631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600" dirty="0"/>
              <a:t>Thank you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98FE3-CABD-85C0-1EF5-1A62D524A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Dr. A. Stanislaus</a:t>
            </a:r>
          </a:p>
          <a:p>
            <a:pPr marL="0" indent="0" algn="ctr">
              <a:buNone/>
            </a:pPr>
            <a:r>
              <a:rPr lang="en-US" sz="2800" dirty="0"/>
              <a:t>Google: Stanislaus Ayyadurai</a:t>
            </a:r>
          </a:p>
          <a:p>
            <a:pPr marL="0" indent="0" algn="ctr">
              <a:buNone/>
            </a:pPr>
            <a:r>
              <a:rPr lang="en-US" sz="2800">
                <a:hlinkClick r:id="rId2"/>
              </a:rPr>
              <a:t>drstani2024@gmail.com</a:t>
            </a:r>
            <a:r>
              <a:rPr lang="en-US" sz="2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27016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69</TotalTime>
  <Words>1741</Words>
  <Application>Microsoft Office PowerPoint</Application>
  <PresentationFormat>Widescreen</PresentationFormat>
  <Paragraphs>132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Gill Sans MT</vt:lpstr>
      <vt:lpstr>Gallery</vt:lpstr>
      <vt:lpstr>PowerPoint Presentation</vt:lpstr>
      <vt:lpstr>Introduction</vt:lpstr>
      <vt:lpstr>SEAT</vt:lpstr>
      <vt:lpstr>Sample Self-Introduction (Software/IT Profile)</vt:lpstr>
      <vt:lpstr>Sample Self-Introduction (Software/IT Profile)</vt:lpstr>
      <vt:lpstr>Essential Tips</vt:lpstr>
      <vt:lpstr>Tips for a memorable introduction</vt:lpstr>
      <vt:lpstr>Importance of self-introduction</vt:lpstr>
      <vt:lpstr>The Importance of a Good Self-Introduction in an Interview</vt:lpstr>
      <vt:lpstr>How a Strong Self-Introduction Sets the Tone for the Interview</vt:lpstr>
      <vt:lpstr>Key Tips for Crafting an Effective Self-Introduction</vt:lpstr>
      <vt:lpstr>1. Start with a Brief Personal Introduction </vt:lpstr>
      <vt:lpstr>2. Highlight Your Educational Qualification </vt:lpstr>
      <vt:lpstr> 3. Emphasize Relevant Skills and Strengths</vt:lpstr>
      <vt:lpstr>4. Keep it Concise and Focused</vt:lpstr>
      <vt:lpstr>5. End with a Positive Note About Your Career Aspirations</vt:lpstr>
      <vt:lpstr>Common Mistakes to Avoid in a Self-Introduction</vt:lpstr>
      <vt:lpstr>Common Mistakes to Avoid in a Self-Introduction</vt:lpstr>
      <vt:lpstr>Conclusion</vt:lpstr>
      <vt:lpstr>Reference</vt:lpstr>
      <vt:lpstr>Self-Introduction Questions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Isaipriyan Ignatius</dc:creator>
  <cp:lastModifiedBy>Isaipriyan Ignatius</cp:lastModifiedBy>
  <cp:revision>8</cp:revision>
  <dcterms:created xsi:type="dcterms:W3CDTF">2026-04-08T03:08:51Z</dcterms:created>
  <dcterms:modified xsi:type="dcterms:W3CDTF">2026-04-24T04:25:41Z</dcterms:modified>
</cp:coreProperties>
</file>